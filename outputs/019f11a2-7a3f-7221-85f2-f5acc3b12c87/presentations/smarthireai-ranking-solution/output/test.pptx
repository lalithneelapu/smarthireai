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b92133827e426b" /><Relationship Type="http://schemas.openxmlformats.org/officeDocument/2006/relationships/extended-properties" Target="/docProps/app.xml" Id="R4d32d83dd32b4857" /><Relationship Type="http://schemas.openxmlformats.org/officeDocument/2006/relationships/officeDocument" Target="/ppt/presentation.xml" Id="Rd41181d0e7c747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344747c1d74585"/>
  </p:sldMasterIdLst>
  <p:notesMasterIdLst>
    <p:notesMasterId xmlns:r="http://schemas.openxmlformats.org/officeDocument/2006/relationships" r:id="Rc6d866eb13864b2e"/>
  </p:notesMasterIdLst>
  <p:sldIdLst>
    <p:sldId xmlns:r="http://schemas.openxmlformats.org/officeDocument/2006/relationships" id="256" r:id="R2279cc7cf03c418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344747c1d74585" /><Relationship Type="http://schemas.openxmlformats.org/officeDocument/2006/relationships/theme" Target="/ppt/theme/theme1.xml" Id="Rd77abb3df7f54fb1" /><Relationship Type="http://schemas.openxmlformats.org/officeDocument/2006/relationships/notesMaster" Target="/ppt/notesMasters/notesMaster1.xml" Id="Rc6d866eb13864b2e" /><Relationship Type="http://schemas.openxmlformats.org/officeDocument/2006/relationships/presProps" Target="/ppt/presProps.xml" Id="R9623470c906143ee" /><Relationship Type="http://schemas.openxmlformats.org/officeDocument/2006/relationships/viewProps" Target="/ppt/viewProps.xml" Id="R2fdb90f6873e4202" /><Relationship Type="http://schemas.openxmlformats.org/officeDocument/2006/relationships/tableStyles" Target="/ppt/tableStyles.xml" Id="R5c7a9e2c47ae44cd" /><Relationship Type="http://schemas.openxmlformats.org/officeDocument/2006/relationships/slide" Target="/ppt/slides/slide1.xml" Id="R2279cc7cf03c41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1428f86f72d40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851ef93d234b16" /><Relationship Type="http://schemas.openxmlformats.org/officeDocument/2006/relationships/notesMaster" Target="/ppt/notesMasters/notesMaster1.xml" Id="R95c7128b40484c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c0c5833bf24ae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752cbe88213421f" /><Relationship Type="http://schemas.openxmlformats.org/officeDocument/2006/relationships/slideLayout" Target="/ppt/slideLayouts/slideLayout2.xml" Id="R280aaf2734e941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0aaf2734e941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6d2a52f9544d1f" /><Relationship Type="http://schemas.openxmlformats.org/officeDocument/2006/relationships/notesSlide" Target="/ppt/notesSlides/notesSlide1.xml" Id="R3f427e0b9a3a4f4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212576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2026-06-29T04:53:05.8770000Z</dcterms:created>
  <dcterms:modified xsi:type="dcterms:W3CDTF">2026-06-29T04:53:05.8780000Z</dcterms:modified>
</coreProperties>
</file>